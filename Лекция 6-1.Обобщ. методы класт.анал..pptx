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864" y="-6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E363-74AA-43C8-8586-EE2C371CA6F6}" type="datetimeFigureOut">
              <a:rPr lang="ru-RU" smtClean="0"/>
              <a:pPr/>
              <a:t>30.09.2021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31F7-3F49-4D41-8F0A-EC3E7BC5D07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E363-74AA-43C8-8586-EE2C371CA6F6}" type="datetimeFigureOut">
              <a:rPr lang="ru-RU" smtClean="0"/>
              <a:pPr/>
              <a:t>30.09.2021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31F7-3F49-4D41-8F0A-EC3E7BC5D07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E363-74AA-43C8-8586-EE2C371CA6F6}" type="datetimeFigureOut">
              <a:rPr lang="ru-RU" smtClean="0"/>
              <a:pPr/>
              <a:t>30.09.2021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31F7-3F49-4D41-8F0A-EC3E7BC5D07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E363-74AA-43C8-8586-EE2C371CA6F6}" type="datetimeFigureOut">
              <a:rPr lang="ru-RU" smtClean="0"/>
              <a:pPr/>
              <a:t>30.09.2021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31F7-3F49-4D41-8F0A-EC3E7BC5D07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E363-74AA-43C8-8586-EE2C371CA6F6}" type="datetimeFigureOut">
              <a:rPr lang="ru-RU" smtClean="0"/>
              <a:pPr/>
              <a:t>30.09.2021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31F7-3F49-4D41-8F0A-EC3E7BC5D07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E363-74AA-43C8-8586-EE2C371CA6F6}" type="datetimeFigureOut">
              <a:rPr lang="ru-RU" smtClean="0"/>
              <a:pPr/>
              <a:t>30.09.2021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31F7-3F49-4D41-8F0A-EC3E7BC5D07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E363-74AA-43C8-8586-EE2C371CA6F6}" type="datetimeFigureOut">
              <a:rPr lang="ru-RU" smtClean="0"/>
              <a:pPr/>
              <a:t>30.09.2021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31F7-3F49-4D41-8F0A-EC3E7BC5D07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E363-74AA-43C8-8586-EE2C371CA6F6}" type="datetimeFigureOut">
              <a:rPr lang="ru-RU" smtClean="0"/>
              <a:pPr/>
              <a:t>30.09.2021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31F7-3F49-4D41-8F0A-EC3E7BC5D07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E363-74AA-43C8-8586-EE2C371CA6F6}" type="datetimeFigureOut">
              <a:rPr lang="ru-RU" smtClean="0"/>
              <a:pPr/>
              <a:t>30.09.2021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31F7-3F49-4D41-8F0A-EC3E7BC5D07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E363-74AA-43C8-8586-EE2C371CA6F6}" type="datetimeFigureOut">
              <a:rPr lang="ru-RU" smtClean="0"/>
              <a:pPr/>
              <a:t>30.09.2021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31F7-3F49-4D41-8F0A-EC3E7BC5D07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E363-74AA-43C8-8586-EE2C371CA6F6}" type="datetimeFigureOut">
              <a:rPr lang="ru-RU" smtClean="0"/>
              <a:pPr/>
              <a:t>30.09.2021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31F7-3F49-4D41-8F0A-EC3E7BC5D07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0E363-74AA-43C8-8586-EE2C371CA6F6}" type="datetimeFigureOut">
              <a:rPr lang="ru-RU" smtClean="0"/>
              <a:pPr/>
              <a:t>30.09.2021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331F7-3F49-4D41-8F0A-EC3E7BC5D07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3771" y="-2798"/>
            <a:ext cx="8397571" cy="6312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9396" y="476672"/>
            <a:ext cx="8027034" cy="6009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8662166" cy="6513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16632"/>
            <a:ext cx="8628659" cy="647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60648"/>
            <a:ext cx="8191074" cy="610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46915"/>
            <a:ext cx="8348656" cy="6242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3838" y="93880"/>
            <a:ext cx="8628126" cy="6431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404664"/>
            <a:ext cx="8060425" cy="6021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2378" y="192288"/>
            <a:ext cx="8476086" cy="637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7" y="458578"/>
            <a:ext cx="7862425" cy="592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587" y="116696"/>
            <a:ext cx="8564306" cy="6264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3794" y="211793"/>
            <a:ext cx="8574670" cy="640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6252" y="229824"/>
            <a:ext cx="8180422" cy="615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9360" y="183370"/>
            <a:ext cx="8167933" cy="612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7137" y="131976"/>
            <a:ext cx="8243708" cy="6177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325962"/>
            <a:ext cx="7823049" cy="5800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04664"/>
            <a:ext cx="8113200" cy="6125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9796" y="236515"/>
            <a:ext cx="8092644" cy="614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476672"/>
            <a:ext cx="7980444" cy="5972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60648"/>
            <a:ext cx="7949561" cy="595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88640"/>
            <a:ext cx="8444711" cy="629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476672"/>
            <a:ext cx="7890265" cy="5896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332656"/>
            <a:ext cx="8207342" cy="6133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03586"/>
            <a:ext cx="8008748" cy="6022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0</Words>
  <Application>Microsoft Office PowerPoint</Application>
  <PresentationFormat>Экран (4:3)</PresentationFormat>
  <Paragraphs>0</Paragraphs>
  <Slides>24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5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Khaliphyan</dc:creator>
  <cp:lastModifiedBy>Khaliphyan</cp:lastModifiedBy>
  <cp:revision>11</cp:revision>
  <dcterms:created xsi:type="dcterms:W3CDTF">2021-09-18T10:27:22Z</dcterms:created>
  <dcterms:modified xsi:type="dcterms:W3CDTF">2021-09-30T06:13:42Z</dcterms:modified>
</cp:coreProperties>
</file>