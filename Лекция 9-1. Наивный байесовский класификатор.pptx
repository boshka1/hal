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64" y="-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39AD-DE6D-415C-8EF9-ED3414BF612D}" type="datetimeFigureOut">
              <a:rPr lang="ru-RU" smtClean="0"/>
              <a:t>19.09.2021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1C3B5-F43C-4E0E-BDA9-9DBCFBD838D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332656"/>
            <a:ext cx="8181112" cy="616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7941045" cy="5937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32656"/>
            <a:ext cx="8378401" cy="6297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8640"/>
            <a:ext cx="8711493" cy="651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8769301" cy="6585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53566" cy="6657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8640"/>
            <a:ext cx="8356579" cy="6264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8699965" cy="651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Экран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Khaliphyan</dc:creator>
  <cp:lastModifiedBy>Khaliphyan</cp:lastModifiedBy>
  <cp:revision>2</cp:revision>
  <dcterms:created xsi:type="dcterms:W3CDTF">2021-09-19T15:31:36Z</dcterms:created>
  <dcterms:modified xsi:type="dcterms:W3CDTF">2021-09-19T15:42:36Z</dcterms:modified>
</cp:coreProperties>
</file>